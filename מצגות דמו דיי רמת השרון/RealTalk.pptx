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972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0417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205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1681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8781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1098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6600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9703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3153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52415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002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7461-8651-497D-811A-F4EA9F50ADA7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207A2-423C-4491-8CED-F6136A27926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2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9000" b="1" dirty="0" err="1" smtClean="0">
                <a:solidFill>
                  <a:schemeClr val="accent1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RealTalk</a:t>
            </a:r>
            <a:endParaRPr lang="he-IL" sz="9000" b="1" dirty="0">
              <a:solidFill>
                <a:schemeClr val="accent1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383" y="978009"/>
            <a:ext cx="3657599" cy="5955528"/>
          </a:xfr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370" y="1367625"/>
            <a:ext cx="4627659" cy="541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3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643" y="970059"/>
            <a:ext cx="3313668" cy="5348110"/>
          </a:xfr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086" y="365125"/>
            <a:ext cx="3096090" cy="6458807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0351" y="2622910"/>
            <a:ext cx="2787650" cy="3257550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951" y="61876"/>
            <a:ext cx="2305050" cy="4292600"/>
          </a:xfrm>
          <a:prstGeom prst="rect">
            <a:avLst/>
          </a:prstGeom>
        </p:spPr>
      </p:pic>
      <p:pic>
        <p:nvPicPr>
          <p:cNvPr id="11" name="מציין מיקום תוכן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9" y="731520"/>
            <a:ext cx="2731734" cy="609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1257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מסך רחב</PresentationFormat>
  <Paragraphs>1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8" baseType="lpstr">
      <vt:lpstr>Aharoni</vt:lpstr>
      <vt:lpstr>Arial</vt:lpstr>
      <vt:lpstr>Calibri</vt:lpstr>
      <vt:lpstr>Calibri Light</vt:lpstr>
      <vt:lpstr>Times New Roman</vt:lpstr>
      <vt:lpstr>ערכת נושא Office</vt:lpstr>
      <vt:lpstr>RealTalk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RealTalk</dc:title>
  <dc:creator>User</dc:creator>
  <cp:lastModifiedBy>User</cp:lastModifiedBy>
  <cp:revision>2</cp:revision>
  <dcterms:created xsi:type="dcterms:W3CDTF">2025-12-09T14:23:12Z</dcterms:created>
  <dcterms:modified xsi:type="dcterms:W3CDTF">2025-12-09T14:40:40Z</dcterms:modified>
</cp:coreProperties>
</file>